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 Testing Conversions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2 with sample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